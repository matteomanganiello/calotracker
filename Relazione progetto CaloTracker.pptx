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1" d="100"/>
          <a:sy n="31" d="100"/>
        </p:scale>
        <p:origin x="8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olo">
    <p:spTree>
      <p:nvGrpSpPr>
        <p:cNvPr id="1" name=""/>
        <p:cNvGrpSpPr/>
        <p:nvPr/>
      </p:nvGrpSpPr>
      <p:grpSpPr>
        <a:xfrm>
          <a:off x="0" y="0"/>
          <a:ext cx="0" cy="0"/>
          <a:chOff x="0" y="0"/>
          <a:chExt cx="0" cy="0"/>
        </a:xfrm>
      </p:grpSpPr>
      <p:sp>
        <p:nvSpPr>
          <p:cNvPr id="11" name="Autore e data"/>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Autore e data</a:t>
            </a:r>
          </a:p>
        </p:txBody>
      </p:sp>
      <p:sp>
        <p:nvSpPr>
          <p:cNvPr id="12" name="Titolo presentazione"/>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t>Titolo presentazione</a:t>
            </a:r>
          </a:p>
        </p:txBody>
      </p:sp>
      <p:sp>
        <p:nvSpPr>
          <p:cNvPr id="13" name="Corpo livello uno…"/>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7700" b="1"/>
            </a:lvl1pPr>
            <a:lvl2pPr marL="0" indent="457200" defTabSz="825500">
              <a:lnSpc>
                <a:spcPct val="100000"/>
              </a:lnSpc>
              <a:spcBef>
                <a:spcPts val="0"/>
              </a:spcBef>
              <a:buSzTx/>
              <a:buNone/>
              <a:defRPr sz="7700" b="1"/>
            </a:lvl2pPr>
            <a:lvl3pPr marL="0" indent="914400" defTabSz="825500">
              <a:lnSpc>
                <a:spcPct val="100000"/>
              </a:lnSpc>
              <a:spcBef>
                <a:spcPts val="0"/>
              </a:spcBef>
              <a:buSzTx/>
              <a:buNone/>
              <a:defRPr sz="7700" b="1"/>
            </a:lvl3pPr>
            <a:lvl4pPr marL="0" indent="1371600" defTabSz="825500">
              <a:lnSpc>
                <a:spcPct val="100000"/>
              </a:lnSpc>
              <a:spcBef>
                <a:spcPts val="0"/>
              </a:spcBef>
              <a:buSzTx/>
              <a:buNone/>
              <a:defRPr sz="7700" b="1"/>
            </a:lvl4pPr>
            <a:lvl5pPr marL="0" indent="1828800" defTabSz="825500">
              <a:lnSpc>
                <a:spcPct val="100000"/>
              </a:lnSpc>
              <a:spcBef>
                <a:spcPts val="0"/>
              </a:spcBef>
              <a:buSzTx/>
              <a:buNone/>
              <a:defRPr sz="7700" b="1"/>
            </a:lvl5pPr>
          </a:lstStyle>
          <a:p>
            <a:r>
              <a:t>Sottotitolo presentazione</a:t>
            </a:r>
          </a:p>
          <a:p>
            <a:pPr lvl="1"/>
            <a:endParaRPr/>
          </a:p>
          <a:p>
            <a:pPr lvl="2"/>
            <a:endParaRPr/>
          </a:p>
          <a:p>
            <a:pPr lvl="3"/>
            <a:endParaRPr/>
          </a:p>
          <a:p>
            <a:pPr lvl="4"/>
            <a:endParaRPr/>
          </a:p>
        </p:txBody>
      </p:sp>
      <p:sp>
        <p:nvSpPr>
          <p:cNvPr id="14"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olo e foto">
    <p:spTree>
      <p:nvGrpSpPr>
        <p:cNvPr id="1" name=""/>
        <p:cNvGrpSpPr/>
        <p:nvPr/>
      </p:nvGrpSpPr>
      <p:grpSpPr>
        <a:xfrm>
          <a:off x="0" y="0"/>
          <a:ext cx="0" cy="0"/>
          <a:chOff x="0" y="0"/>
          <a:chExt cx="0" cy="0"/>
        </a:xfrm>
      </p:grpSpPr>
      <p:sp>
        <p:nvSpPr>
          <p:cNvPr id="21" name="Avocado e lime"/>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22" name="Titolo presentazione"/>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t>Titolo presentazione</a:t>
            </a:r>
          </a:p>
        </p:txBody>
      </p:sp>
      <p:sp>
        <p:nvSpPr>
          <p:cNvPr id="23" name="Autore e data"/>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Autore e data</a:t>
            </a:r>
          </a:p>
        </p:txBody>
      </p:sp>
      <p:sp>
        <p:nvSpPr>
          <p:cNvPr id="24" name="Corpo livello uno…"/>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7700" b="1"/>
            </a:lvl1pPr>
            <a:lvl2pPr marL="0" indent="457200" defTabSz="825500">
              <a:lnSpc>
                <a:spcPct val="100000"/>
              </a:lnSpc>
              <a:spcBef>
                <a:spcPts val="0"/>
              </a:spcBef>
              <a:buSzTx/>
              <a:buNone/>
              <a:defRPr sz="7700" b="1"/>
            </a:lvl2pPr>
            <a:lvl3pPr marL="0" indent="914400" defTabSz="825500">
              <a:lnSpc>
                <a:spcPct val="100000"/>
              </a:lnSpc>
              <a:spcBef>
                <a:spcPts val="0"/>
              </a:spcBef>
              <a:buSzTx/>
              <a:buNone/>
              <a:defRPr sz="7700" b="1"/>
            </a:lvl3pPr>
            <a:lvl4pPr marL="0" indent="1371600" defTabSz="825500">
              <a:lnSpc>
                <a:spcPct val="100000"/>
              </a:lnSpc>
              <a:spcBef>
                <a:spcPts val="0"/>
              </a:spcBef>
              <a:buSzTx/>
              <a:buNone/>
              <a:defRPr sz="7700" b="1"/>
            </a:lvl4pPr>
            <a:lvl5pPr marL="0" indent="1828800" defTabSz="825500">
              <a:lnSpc>
                <a:spcPct val="100000"/>
              </a:lnSpc>
              <a:spcBef>
                <a:spcPts val="0"/>
              </a:spcBef>
              <a:buSzTx/>
              <a:buNone/>
              <a:defRPr sz="7700" b="1"/>
            </a:lvl5pPr>
          </a:lstStyle>
          <a:p>
            <a:r>
              <a:t>Sottotitolo presentazione</a:t>
            </a:r>
          </a:p>
          <a:p>
            <a:pPr lvl="1"/>
            <a:endParaRPr/>
          </a:p>
          <a:p>
            <a:pPr lvl="2"/>
            <a:endParaRPr/>
          </a:p>
          <a:p>
            <a:pPr lvl="3"/>
            <a:endParaRPr/>
          </a:p>
          <a:p>
            <a:pPr lvl="4"/>
            <a:endParaRPr/>
          </a:p>
        </p:txBody>
      </p:sp>
      <p:sp>
        <p:nvSpPr>
          <p:cNvPr id="25"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olo e foto 2">
    <p:spTree>
      <p:nvGrpSpPr>
        <p:cNvPr id="1" name=""/>
        <p:cNvGrpSpPr/>
        <p:nvPr/>
      </p:nvGrpSpPr>
      <p:grpSpPr>
        <a:xfrm>
          <a:off x="0" y="0"/>
          <a:ext cx="0" cy="0"/>
          <a:chOff x="0" y="0"/>
          <a:chExt cx="0" cy="0"/>
        </a:xfrm>
      </p:grpSpPr>
      <p:sp>
        <p:nvSpPr>
          <p:cNvPr id="32" name="Ciotola con frittelle al salmone, insalata e hummus"/>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Titolo"/>
          <p:cNvSpPr txBox="1">
            <a:spLocks noGrp="1"/>
          </p:cNvSpPr>
          <p:nvPr>
            <p:ph type="title" hasCustomPrompt="1"/>
          </p:nvPr>
        </p:nvSpPr>
        <p:spPr>
          <a:xfrm>
            <a:off x="1206500" y="1270000"/>
            <a:ext cx="9779000" cy="5882273"/>
          </a:xfrm>
          <a:prstGeom prst="rect">
            <a:avLst/>
          </a:prstGeom>
        </p:spPr>
        <p:txBody>
          <a:bodyPr anchor="b"/>
          <a:lstStyle/>
          <a:p>
            <a:r>
              <a:t>Titolo</a:t>
            </a:r>
          </a:p>
        </p:txBody>
      </p:sp>
      <p:sp>
        <p:nvSpPr>
          <p:cNvPr id="34" name="Corpo livello uno…"/>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7700" b="1"/>
            </a:lvl1pPr>
            <a:lvl2pPr marL="0" indent="457200" defTabSz="825500">
              <a:lnSpc>
                <a:spcPct val="100000"/>
              </a:lnSpc>
              <a:spcBef>
                <a:spcPts val="0"/>
              </a:spcBef>
              <a:buSzTx/>
              <a:buNone/>
              <a:defRPr sz="7700" b="1"/>
            </a:lvl2pPr>
            <a:lvl3pPr marL="0" indent="914400" defTabSz="825500">
              <a:lnSpc>
                <a:spcPct val="100000"/>
              </a:lnSpc>
              <a:spcBef>
                <a:spcPts val="0"/>
              </a:spcBef>
              <a:buSzTx/>
              <a:buNone/>
              <a:defRPr sz="7700" b="1"/>
            </a:lvl3pPr>
            <a:lvl4pPr marL="0" indent="1371600" defTabSz="825500">
              <a:lnSpc>
                <a:spcPct val="100000"/>
              </a:lnSpc>
              <a:spcBef>
                <a:spcPts val="0"/>
              </a:spcBef>
              <a:buSzTx/>
              <a:buNone/>
              <a:defRPr sz="7700" b="1"/>
            </a:lvl4pPr>
            <a:lvl5pPr marL="0" indent="1828800" defTabSz="825500">
              <a:lnSpc>
                <a:spcPct val="100000"/>
              </a:lnSpc>
              <a:spcBef>
                <a:spcPts val="0"/>
              </a:spcBef>
              <a:buSzTx/>
              <a:buNone/>
              <a:defRPr sz="7700" b="1"/>
            </a:lvl5pPr>
          </a:lstStyle>
          <a:p>
            <a:r>
              <a:t>Sottotitolo diapositiva</a:t>
            </a:r>
          </a:p>
          <a:p>
            <a:pPr lvl="1"/>
            <a:endParaRPr/>
          </a:p>
          <a:p>
            <a:pPr lvl="2"/>
            <a:endParaRPr/>
          </a:p>
          <a:p>
            <a:pPr lvl="3"/>
            <a:endParaRPr/>
          </a:p>
          <a:p>
            <a:pPr lvl="4"/>
            <a:endParaRPr/>
          </a:p>
        </p:txBody>
      </p:sp>
      <p:sp>
        <p:nvSpPr>
          <p:cNvPr id="35" name="Numero diapositiva"/>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olo ed elenco">
    <p:spTree>
      <p:nvGrpSpPr>
        <p:cNvPr id="1" name=""/>
        <p:cNvGrpSpPr/>
        <p:nvPr/>
      </p:nvGrpSpPr>
      <p:grpSpPr>
        <a:xfrm>
          <a:off x="0" y="0"/>
          <a:ext cx="0" cy="0"/>
          <a:chOff x="0" y="0"/>
          <a:chExt cx="0" cy="0"/>
        </a:xfrm>
      </p:grpSpPr>
      <p:sp>
        <p:nvSpPr>
          <p:cNvPr id="42" name="Titolo"/>
          <p:cNvSpPr txBox="1">
            <a:spLocks noGrp="1"/>
          </p:cNvSpPr>
          <p:nvPr>
            <p:ph type="title" hasCustomPrompt="1"/>
          </p:nvPr>
        </p:nvSpPr>
        <p:spPr>
          <a:prstGeom prst="rect">
            <a:avLst/>
          </a:prstGeom>
        </p:spPr>
        <p:txBody>
          <a:bodyPr/>
          <a:lstStyle/>
          <a:p>
            <a:r>
              <a:t>Titolo</a:t>
            </a:r>
          </a:p>
        </p:txBody>
      </p:sp>
      <p:sp>
        <p:nvSpPr>
          <p:cNvPr id="43" name="Sottotitolo diapositiva"/>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602615">
              <a:lnSpc>
                <a:spcPct val="100000"/>
              </a:lnSpc>
              <a:spcBef>
                <a:spcPts val="0"/>
              </a:spcBef>
              <a:buSzTx/>
              <a:buNone/>
              <a:defRPr sz="5621" b="1"/>
            </a:lvl1pPr>
          </a:lstStyle>
          <a:p>
            <a:r>
              <a:t>Sottotitolo diapositiva</a:t>
            </a:r>
          </a:p>
        </p:txBody>
      </p:sp>
      <p:sp>
        <p:nvSpPr>
          <p:cNvPr id="44" name="Corpo livello uno…"/>
          <p:cNvSpPr txBox="1">
            <a:spLocks noGrp="1"/>
          </p:cNvSpPr>
          <p:nvPr>
            <p:ph type="body" idx="1" hasCustomPrompt="1"/>
          </p:nvPr>
        </p:nvSpPr>
        <p:spPr>
          <a:prstGeom prst="rect">
            <a:avLst/>
          </a:prstGeom>
        </p:spPr>
        <p:txBody>
          <a:bodyPr/>
          <a:lstStyle/>
          <a:p>
            <a:r>
              <a:t>Testo elenco puntato diapositiva</a:t>
            </a:r>
          </a:p>
          <a:p>
            <a:pPr lvl="1"/>
            <a:endParaRPr/>
          </a:p>
          <a:p>
            <a:pPr lvl="2"/>
            <a:endParaRPr/>
          </a:p>
          <a:p>
            <a:pPr lvl="3"/>
            <a:endParaRPr/>
          </a:p>
          <a:p>
            <a:pPr lvl="4"/>
            <a:endParaRPr/>
          </a:p>
        </p:txBody>
      </p:sp>
      <p:sp>
        <p:nvSpPr>
          <p:cNvPr id="45"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Elenco">
    <p:spTree>
      <p:nvGrpSpPr>
        <p:cNvPr id="1" name=""/>
        <p:cNvGrpSpPr/>
        <p:nvPr/>
      </p:nvGrpSpPr>
      <p:grpSpPr>
        <a:xfrm>
          <a:off x="0" y="0"/>
          <a:ext cx="0" cy="0"/>
          <a:chOff x="0" y="0"/>
          <a:chExt cx="0" cy="0"/>
        </a:xfrm>
      </p:grpSpPr>
      <p:sp>
        <p:nvSpPr>
          <p:cNvPr id="52" name="Corpo livello uno…"/>
          <p:cNvSpPr txBox="1">
            <a:spLocks noGrp="1"/>
          </p:cNvSpPr>
          <p:nvPr>
            <p:ph type="body" idx="1" hasCustomPrompt="1"/>
          </p:nvPr>
        </p:nvSpPr>
        <p:spPr>
          <a:prstGeom prst="rect">
            <a:avLst/>
          </a:prstGeom>
        </p:spPr>
        <p:txBody>
          <a:bodyPr numCol="2" spcCol="1098550"/>
          <a:lstStyle/>
          <a:p>
            <a:r>
              <a:t>Testo elenco puntato diapositiva</a:t>
            </a:r>
          </a:p>
          <a:p>
            <a:pPr lvl="1"/>
            <a:endParaRPr/>
          </a:p>
          <a:p>
            <a:pPr lvl="2"/>
            <a:endParaRPr/>
          </a:p>
          <a:p>
            <a:pPr lvl="3"/>
            <a:endParaRPr/>
          </a:p>
          <a:p>
            <a:pPr lvl="4"/>
            <a:endParaRPr/>
          </a:p>
        </p:txBody>
      </p:sp>
      <p:sp>
        <p:nvSpPr>
          <p:cNvPr id="53"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olo, elenco e foto">
    <p:spTree>
      <p:nvGrpSpPr>
        <p:cNvPr id="1" name=""/>
        <p:cNvGrpSpPr/>
        <p:nvPr/>
      </p:nvGrpSpPr>
      <p:grpSpPr>
        <a:xfrm>
          <a:off x="0" y="0"/>
          <a:ext cx="0" cy="0"/>
          <a:chOff x="0" y="0"/>
          <a:chExt cx="0" cy="0"/>
        </a:xfrm>
      </p:grpSpPr>
      <p:sp>
        <p:nvSpPr>
          <p:cNvPr id="60" name="Sottotitolo diapositiva"/>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602615">
              <a:lnSpc>
                <a:spcPct val="100000"/>
              </a:lnSpc>
              <a:spcBef>
                <a:spcPts val="0"/>
              </a:spcBef>
              <a:buSzTx/>
              <a:buNone/>
              <a:defRPr sz="5621" b="1"/>
            </a:lvl1pPr>
          </a:lstStyle>
          <a:p>
            <a:r>
              <a:t>Sottotitolo diapositiva</a:t>
            </a:r>
          </a:p>
        </p:txBody>
      </p:sp>
      <p:sp>
        <p:nvSpPr>
          <p:cNvPr id="61" name="Corpo livello uno…"/>
          <p:cNvSpPr txBox="1">
            <a:spLocks noGrp="1"/>
          </p:cNvSpPr>
          <p:nvPr>
            <p:ph type="body" sz="half" idx="1" hasCustomPrompt="1"/>
          </p:nvPr>
        </p:nvSpPr>
        <p:spPr>
          <a:xfrm>
            <a:off x="1206500" y="4248504"/>
            <a:ext cx="9779000" cy="8256630"/>
          </a:xfrm>
          <a:prstGeom prst="rect">
            <a:avLst/>
          </a:prstGeom>
        </p:spPr>
        <p:txBody>
          <a:bodyPr/>
          <a:lstStyle/>
          <a:p>
            <a:r>
              <a:t>Testo elenco puntato diapositiva</a:t>
            </a:r>
          </a:p>
          <a:p>
            <a:pPr lvl="1"/>
            <a:endParaRPr/>
          </a:p>
          <a:p>
            <a:pPr lvl="2"/>
            <a:endParaRPr/>
          </a:p>
          <a:p>
            <a:pPr lvl="3"/>
            <a:endParaRPr/>
          </a:p>
          <a:p>
            <a:pPr lvl="4"/>
            <a:endParaRPr/>
          </a:p>
        </p:txBody>
      </p:sp>
      <p:sp>
        <p:nvSpPr>
          <p:cNvPr id="62" name="Pappardelle con burro al prezzemolo, nocciole tostate e scaglie di parmigiano"/>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Titolo"/>
          <p:cNvSpPr txBox="1">
            <a:spLocks noGrp="1"/>
          </p:cNvSpPr>
          <p:nvPr>
            <p:ph type="title" hasCustomPrompt="1"/>
          </p:nvPr>
        </p:nvSpPr>
        <p:spPr>
          <a:xfrm>
            <a:off x="1206500" y="1079500"/>
            <a:ext cx="9779000" cy="1435100"/>
          </a:xfrm>
          <a:prstGeom prst="rect">
            <a:avLst/>
          </a:prstGeom>
        </p:spPr>
        <p:txBody>
          <a:bodyPr/>
          <a:lstStyle/>
          <a:p>
            <a:r>
              <a:t>Titolo</a:t>
            </a:r>
          </a:p>
        </p:txBody>
      </p:sp>
      <p:sp>
        <p:nvSpPr>
          <p:cNvPr id="64"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olo, elenco e diretta piccola">
    <p:spTree>
      <p:nvGrpSpPr>
        <p:cNvPr id="1" name=""/>
        <p:cNvGrpSpPr/>
        <p:nvPr/>
      </p:nvGrpSpPr>
      <p:grpSpPr>
        <a:xfrm>
          <a:off x="0" y="0"/>
          <a:ext cx="0" cy="0"/>
          <a:chOff x="0" y="0"/>
          <a:chExt cx="0" cy="0"/>
        </a:xfrm>
      </p:grpSpPr>
      <p:sp>
        <p:nvSpPr>
          <p:cNvPr id="71" name="Sottotitolo diapositiva"/>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602615">
              <a:lnSpc>
                <a:spcPct val="100000"/>
              </a:lnSpc>
              <a:spcBef>
                <a:spcPts val="0"/>
              </a:spcBef>
              <a:buSzTx/>
              <a:buNone/>
              <a:defRPr sz="5621" b="1"/>
            </a:lvl1pPr>
          </a:lstStyle>
          <a:p>
            <a:r>
              <a:t>Sottotitolo diapositiva</a:t>
            </a:r>
          </a:p>
        </p:txBody>
      </p:sp>
      <p:sp>
        <p:nvSpPr>
          <p:cNvPr id="72" name="Corpo livello uno…"/>
          <p:cNvSpPr txBox="1">
            <a:spLocks noGrp="1"/>
          </p:cNvSpPr>
          <p:nvPr>
            <p:ph type="body" sz="half" idx="1" hasCustomPrompt="1"/>
          </p:nvPr>
        </p:nvSpPr>
        <p:spPr>
          <a:xfrm>
            <a:off x="1206500" y="4248504"/>
            <a:ext cx="9779000" cy="8256630"/>
          </a:xfrm>
          <a:prstGeom prst="rect">
            <a:avLst/>
          </a:prstGeom>
        </p:spPr>
        <p:txBody>
          <a:bodyPr/>
          <a:lstStyle/>
          <a:p>
            <a:r>
              <a:t>Testo elenco puntato diapositiva</a:t>
            </a:r>
          </a:p>
          <a:p>
            <a:pPr lvl="1"/>
            <a:endParaRPr/>
          </a:p>
          <a:p>
            <a:pPr lvl="2"/>
            <a:endParaRPr/>
          </a:p>
          <a:p>
            <a:pPr lvl="3"/>
            <a:endParaRPr/>
          </a:p>
          <a:p>
            <a:pPr lvl="4"/>
            <a:endParaRPr/>
          </a:p>
        </p:txBody>
      </p:sp>
      <p:sp>
        <p:nvSpPr>
          <p:cNvPr id="73" name="Titolo"/>
          <p:cNvSpPr txBox="1">
            <a:spLocks noGrp="1"/>
          </p:cNvSpPr>
          <p:nvPr>
            <p:ph type="title" hasCustomPrompt="1"/>
          </p:nvPr>
        </p:nvSpPr>
        <p:spPr>
          <a:xfrm>
            <a:off x="1206500" y="1079500"/>
            <a:ext cx="9779000" cy="1435100"/>
          </a:xfrm>
          <a:prstGeom prst="rect">
            <a:avLst/>
          </a:prstGeom>
        </p:spPr>
        <p:txBody>
          <a:bodyPr/>
          <a:lstStyle/>
          <a:p>
            <a:r>
              <a:t>Titolo</a:t>
            </a:r>
          </a:p>
        </p:txBody>
      </p:sp>
      <p:sp>
        <p:nvSpPr>
          <p:cNvPr id="74"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olo, elenco e diretta grande">
    <p:spTree>
      <p:nvGrpSpPr>
        <p:cNvPr id="1" name=""/>
        <p:cNvGrpSpPr/>
        <p:nvPr/>
      </p:nvGrpSpPr>
      <p:grpSpPr>
        <a:xfrm>
          <a:off x="0" y="0"/>
          <a:ext cx="0" cy="0"/>
          <a:chOff x="0" y="0"/>
          <a:chExt cx="0" cy="0"/>
        </a:xfrm>
      </p:grpSpPr>
      <p:sp>
        <p:nvSpPr>
          <p:cNvPr id="81" name="Sottotitolo diapositiva"/>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602615">
              <a:lnSpc>
                <a:spcPct val="100000"/>
              </a:lnSpc>
              <a:spcBef>
                <a:spcPts val="0"/>
              </a:spcBef>
              <a:buSzTx/>
              <a:buNone/>
              <a:defRPr sz="5621" b="1"/>
            </a:lvl1pPr>
          </a:lstStyle>
          <a:p>
            <a:r>
              <a:t>Sottotitolo diapositiva</a:t>
            </a:r>
          </a:p>
        </p:txBody>
      </p:sp>
      <p:sp>
        <p:nvSpPr>
          <p:cNvPr id="82" name="Corpo livello uno…"/>
          <p:cNvSpPr txBox="1">
            <a:spLocks noGrp="1"/>
          </p:cNvSpPr>
          <p:nvPr>
            <p:ph type="body" sz="half" idx="1" hasCustomPrompt="1"/>
          </p:nvPr>
        </p:nvSpPr>
        <p:spPr>
          <a:xfrm>
            <a:off x="1206500" y="4248504"/>
            <a:ext cx="9779000" cy="8256630"/>
          </a:xfrm>
          <a:prstGeom prst="rect">
            <a:avLst/>
          </a:prstGeom>
        </p:spPr>
        <p:txBody>
          <a:bodyPr/>
          <a:lstStyle/>
          <a:p>
            <a:r>
              <a:t>Testo elenco puntato diapositiva</a:t>
            </a:r>
          </a:p>
          <a:p>
            <a:pPr lvl="1"/>
            <a:endParaRPr/>
          </a:p>
          <a:p>
            <a:pPr lvl="2"/>
            <a:endParaRPr/>
          </a:p>
          <a:p>
            <a:pPr lvl="3"/>
            <a:endParaRPr/>
          </a:p>
          <a:p>
            <a:pPr lvl="4"/>
            <a:endParaRPr/>
          </a:p>
        </p:txBody>
      </p:sp>
      <p:sp>
        <p:nvSpPr>
          <p:cNvPr id="83" name="Titolo"/>
          <p:cNvSpPr txBox="1">
            <a:spLocks noGrp="1"/>
          </p:cNvSpPr>
          <p:nvPr>
            <p:ph type="title" hasCustomPrompt="1"/>
          </p:nvPr>
        </p:nvSpPr>
        <p:spPr>
          <a:xfrm>
            <a:off x="1206500" y="1079500"/>
            <a:ext cx="9779000" cy="1435100"/>
          </a:xfrm>
          <a:prstGeom prst="rect">
            <a:avLst/>
          </a:prstGeom>
        </p:spPr>
        <p:txBody>
          <a:bodyPr/>
          <a:lstStyle/>
          <a:p>
            <a:r>
              <a:t>Titolo</a:t>
            </a:r>
          </a:p>
        </p:txBody>
      </p:sp>
      <p:sp>
        <p:nvSpPr>
          <p:cNvPr id="84"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zione">
    <p:spTree>
      <p:nvGrpSpPr>
        <p:cNvPr id="1" name=""/>
        <p:cNvGrpSpPr/>
        <p:nvPr/>
      </p:nvGrpSpPr>
      <p:grpSpPr>
        <a:xfrm>
          <a:off x="0" y="0"/>
          <a:ext cx="0" cy="0"/>
          <a:chOff x="0" y="0"/>
          <a:chExt cx="0" cy="0"/>
        </a:xfrm>
      </p:grpSpPr>
      <p:sp>
        <p:nvSpPr>
          <p:cNvPr id="91" name="Titolo sezione"/>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Titolo sezione</a:t>
            </a:r>
          </a:p>
        </p:txBody>
      </p:sp>
      <p:sp>
        <p:nvSpPr>
          <p:cNvPr id="92" name="Numero diapositiva"/>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olo titolo">
    <p:spTree>
      <p:nvGrpSpPr>
        <p:cNvPr id="1" name=""/>
        <p:cNvGrpSpPr/>
        <p:nvPr/>
      </p:nvGrpSpPr>
      <p:grpSpPr>
        <a:xfrm>
          <a:off x="0" y="0"/>
          <a:ext cx="0" cy="0"/>
          <a:chOff x="0" y="0"/>
          <a:chExt cx="0" cy="0"/>
        </a:xfrm>
      </p:grpSpPr>
      <p:sp>
        <p:nvSpPr>
          <p:cNvPr id="99" name="Titolo"/>
          <p:cNvSpPr txBox="1">
            <a:spLocks noGrp="1"/>
          </p:cNvSpPr>
          <p:nvPr>
            <p:ph type="title" hasCustomPrompt="1"/>
          </p:nvPr>
        </p:nvSpPr>
        <p:spPr>
          <a:xfrm>
            <a:off x="1206500" y="1079500"/>
            <a:ext cx="21971000" cy="1434949"/>
          </a:xfrm>
          <a:prstGeom prst="rect">
            <a:avLst/>
          </a:prstGeom>
        </p:spPr>
        <p:txBody>
          <a:bodyPr/>
          <a:lstStyle/>
          <a:p>
            <a:r>
              <a:t>Titolo</a:t>
            </a:r>
          </a:p>
        </p:txBody>
      </p:sp>
      <p:sp>
        <p:nvSpPr>
          <p:cNvPr id="100" name="Sottotitolo diapositiva"/>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602615">
              <a:lnSpc>
                <a:spcPct val="100000"/>
              </a:lnSpc>
              <a:spcBef>
                <a:spcPts val="0"/>
              </a:spcBef>
              <a:buSzTx/>
              <a:buNone/>
              <a:defRPr sz="5621" b="1"/>
            </a:lvl1pPr>
          </a:lstStyle>
          <a:p>
            <a:r>
              <a:t>Sottotitolo diapositiva</a:t>
            </a:r>
          </a:p>
        </p:txBody>
      </p:sp>
      <p:sp>
        <p:nvSpPr>
          <p:cNvPr id="101"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rogramma">
    <p:spTree>
      <p:nvGrpSpPr>
        <p:cNvPr id="1" name=""/>
        <p:cNvGrpSpPr/>
        <p:nvPr/>
      </p:nvGrpSpPr>
      <p:grpSpPr>
        <a:xfrm>
          <a:off x="0" y="0"/>
          <a:ext cx="0" cy="0"/>
          <a:chOff x="0" y="0"/>
          <a:chExt cx="0" cy="0"/>
        </a:xfrm>
      </p:grpSpPr>
      <p:sp>
        <p:nvSpPr>
          <p:cNvPr id="108" name="Titolo programma"/>
          <p:cNvSpPr txBox="1">
            <a:spLocks noGrp="1"/>
          </p:cNvSpPr>
          <p:nvPr>
            <p:ph type="title" hasCustomPrompt="1"/>
          </p:nvPr>
        </p:nvSpPr>
        <p:spPr>
          <a:xfrm>
            <a:off x="1206500" y="1079500"/>
            <a:ext cx="21971000" cy="1435100"/>
          </a:xfrm>
          <a:prstGeom prst="rect">
            <a:avLst/>
          </a:prstGeom>
        </p:spPr>
        <p:txBody>
          <a:bodyPr/>
          <a:lstStyle/>
          <a:p>
            <a:r>
              <a:t>Titolo programma</a:t>
            </a:r>
          </a:p>
        </p:txBody>
      </p:sp>
      <p:sp>
        <p:nvSpPr>
          <p:cNvPr id="109" name="Sottotitolo programma"/>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602615">
              <a:lnSpc>
                <a:spcPct val="100000"/>
              </a:lnSpc>
              <a:spcBef>
                <a:spcPts val="0"/>
              </a:spcBef>
              <a:buSzTx/>
              <a:buNone/>
              <a:defRPr sz="5621" b="1"/>
            </a:lvl1pPr>
          </a:lstStyle>
          <a:p>
            <a:r>
              <a:t>Sottotitolo programma</a:t>
            </a:r>
          </a:p>
        </p:txBody>
      </p:sp>
      <p:sp>
        <p:nvSpPr>
          <p:cNvPr id="110" name="Corpo livello uno…"/>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Argomenti del programma</a:t>
            </a:r>
          </a:p>
          <a:p>
            <a:pPr lvl="1"/>
            <a:endParaRPr/>
          </a:p>
          <a:p>
            <a:pPr lvl="2"/>
            <a:endParaRPr/>
          </a:p>
          <a:p>
            <a:pPr lvl="3"/>
            <a:endParaRPr/>
          </a:p>
          <a:p>
            <a:pPr lvl="4"/>
            <a:endParaRPr/>
          </a:p>
        </p:txBody>
      </p:sp>
      <p:sp>
        <p:nvSpPr>
          <p:cNvPr id="111"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ichiarazione">
    <p:spTree>
      <p:nvGrpSpPr>
        <p:cNvPr id="1" name=""/>
        <p:cNvGrpSpPr/>
        <p:nvPr/>
      </p:nvGrpSpPr>
      <p:grpSpPr>
        <a:xfrm>
          <a:off x="0" y="0"/>
          <a:ext cx="0" cy="0"/>
          <a:chOff x="0" y="0"/>
          <a:chExt cx="0" cy="0"/>
        </a:xfrm>
      </p:grpSpPr>
      <p:sp>
        <p:nvSpPr>
          <p:cNvPr id="118" name="Corpo livello uno…"/>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Dichiarazione</a:t>
            </a:r>
          </a:p>
          <a:p>
            <a:pPr lvl="1"/>
            <a:endParaRPr/>
          </a:p>
          <a:p>
            <a:pPr lvl="2"/>
            <a:endParaRPr/>
          </a:p>
          <a:p>
            <a:pPr lvl="3"/>
            <a:endParaRPr/>
          </a:p>
          <a:p>
            <a:pPr lvl="4"/>
            <a:endParaRPr/>
          </a:p>
        </p:txBody>
      </p:sp>
      <p:sp>
        <p:nvSpPr>
          <p:cNvPr id="119"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Informazione importante">
    <p:spTree>
      <p:nvGrpSpPr>
        <p:cNvPr id="1" name=""/>
        <p:cNvGrpSpPr/>
        <p:nvPr/>
      </p:nvGrpSpPr>
      <p:grpSpPr>
        <a:xfrm>
          <a:off x="0" y="0"/>
          <a:ext cx="0" cy="0"/>
          <a:chOff x="0" y="0"/>
          <a:chExt cx="0" cy="0"/>
        </a:xfrm>
      </p:grpSpPr>
      <p:sp>
        <p:nvSpPr>
          <p:cNvPr id="126" name="Corpo livello uno…"/>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27" name="Dettagli informazione"/>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Dettagli informazione</a:t>
            </a:r>
          </a:p>
        </p:txBody>
      </p:sp>
      <p:sp>
        <p:nvSpPr>
          <p:cNvPr id="128"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Citazione">
    <p:spTree>
      <p:nvGrpSpPr>
        <p:cNvPr id="1" name=""/>
        <p:cNvGrpSpPr/>
        <p:nvPr/>
      </p:nvGrpSpPr>
      <p:grpSpPr>
        <a:xfrm>
          <a:off x="0" y="0"/>
          <a:ext cx="0" cy="0"/>
          <a:chOff x="0" y="0"/>
          <a:chExt cx="0" cy="0"/>
        </a:xfrm>
      </p:grpSpPr>
      <p:sp>
        <p:nvSpPr>
          <p:cNvPr id="135" name="Attribuzione"/>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Attribuzione</a:t>
            </a:r>
          </a:p>
        </p:txBody>
      </p:sp>
      <p:sp>
        <p:nvSpPr>
          <p:cNvPr id="136" name="Corpo livello uno…"/>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“Citazione degna di nota”</a:t>
            </a:r>
          </a:p>
          <a:p>
            <a:pPr lvl="1"/>
            <a:endParaRPr/>
          </a:p>
          <a:p>
            <a:pPr lvl="2"/>
            <a:endParaRPr/>
          </a:p>
          <a:p>
            <a:pPr lvl="3"/>
            <a:endParaRPr/>
          </a:p>
          <a:p>
            <a:pPr lvl="4"/>
            <a:endParaRPr/>
          </a:p>
        </p:txBody>
      </p:sp>
      <p:sp>
        <p:nvSpPr>
          <p:cNvPr id="137"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Foto - 3 per pagina">
    <p:spTree>
      <p:nvGrpSpPr>
        <p:cNvPr id="1" name=""/>
        <p:cNvGrpSpPr/>
        <p:nvPr/>
      </p:nvGrpSpPr>
      <p:grpSpPr>
        <a:xfrm>
          <a:off x="0" y="0"/>
          <a:ext cx="0" cy="0"/>
          <a:chOff x="0" y="0"/>
          <a:chExt cx="0" cy="0"/>
        </a:xfrm>
      </p:grpSpPr>
      <p:sp>
        <p:nvSpPr>
          <p:cNvPr id="144" name="Ciotola di insalata con riso saltato, uova sode e bacchette"/>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45" name="Ciotola con frittelle al salmone, insalata e humm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46" name="Pappardelle con burro al prezzemolo, nocciole tostate e scaglie di parmigiano"/>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47"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54" name="ciotola di insalata con riso saltato, uova sode e bacchette"/>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55" name="Numero diapositiva"/>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‹N›</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Vuota">
    <p:spTree>
      <p:nvGrpSpPr>
        <p:cNvPr id="1" name=""/>
        <p:cNvGrpSpPr/>
        <p:nvPr/>
      </p:nvGrpSpPr>
      <p:grpSpPr>
        <a:xfrm>
          <a:off x="0" y="0"/>
          <a:ext cx="0" cy="0"/>
          <a:chOff x="0" y="0"/>
          <a:chExt cx="0" cy="0"/>
        </a:xfrm>
      </p:grpSpPr>
      <p:sp>
        <p:nvSpPr>
          <p:cNvPr id="162"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Titolo</a:t>
            </a:r>
          </a:p>
        </p:txBody>
      </p:sp>
      <p:sp>
        <p:nvSpPr>
          <p:cNvPr id="3" name="Corpo livello uno…"/>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Testo elenco puntato diapositiva</a:t>
            </a:r>
          </a:p>
          <a:p>
            <a:pPr lvl="1"/>
            <a:endParaRPr/>
          </a:p>
          <a:p>
            <a:pPr lvl="2"/>
            <a:endParaRPr/>
          </a:p>
          <a:p>
            <a:pPr lvl="3"/>
            <a:endParaRPr/>
          </a:p>
          <a:p>
            <a:pPr lvl="4"/>
            <a:endParaRPr/>
          </a:p>
        </p:txBody>
      </p:sp>
      <p:sp>
        <p:nvSpPr>
          <p:cNvPr id="4" name="Numero diapositiva"/>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Matteo Manganiello 25/07/2025"/>
          <p:cNvSpPr txBox="1">
            <a:spLocks noGrp="1"/>
          </p:cNvSpPr>
          <p:nvPr>
            <p:ph type="body" idx="21"/>
          </p:nvPr>
        </p:nvSpPr>
        <p:spPr>
          <a:xfrm>
            <a:off x="1206499" y="11839048"/>
            <a:ext cx="21971002" cy="63697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lnSpcReduction="10000"/>
          </a:bodyPr>
          <a:lstStyle/>
          <a:p>
            <a:r>
              <a:t>Matteo Manganiello 25/07/2025</a:t>
            </a:r>
          </a:p>
        </p:txBody>
      </p:sp>
      <p:sp>
        <p:nvSpPr>
          <p:cNvPr id="172" name="CaloTracker"/>
          <p:cNvSpPr txBox="1">
            <a:spLocks noGrp="1"/>
          </p:cNvSpPr>
          <p:nvPr>
            <p:ph type="ctrTitle"/>
          </p:nvPr>
        </p:nvSpPr>
        <p:spPr>
          <a:prstGeom prst="rect">
            <a:avLst/>
          </a:prstGeom>
        </p:spPr>
        <p:txBody>
          <a:bodyPr/>
          <a:lstStyle/>
          <a:p>
            <a:r>
              <a:t>CaloTracker</a:t>
            </a:r>
          </a:p>
        </p:txBody>
      </p:sp>
      <p:sp>
        <p:nvSpPr>
          <p:cNvPr id="173" name="Diario alimentare con obiettivi settimanali e riepiloghi visivi"/>
          <p:cNvSpPr txBox="1"/>
          <p:nvPr/>
        </p:nvSpPr>
        <p:spPr>
          <a:xfrm>
            <a:off x="1299560" y="7673115"/>
            <a:ext cx="17893991" cy="952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defTabSz="457200">
              <a:lnSpc>
                <a:spcPct val="100000"/>
              </a:lnSpc>
              <a:spcBef>
                <a:spcPts val="0"/>
              </a:spcBef>
              <a:defRPr sz="5600">
                <a:latin typeface="Times Roman"/>
                <a:ea typeface="Times Roman"/>
                <a:cs typeface="Times Roman"/>
                <a:sym typeface="Times Roman"/>
              </a:defRPr>
            </a:lvl1pPr>
          </a:lstStyle>
          <a:p>
            <a:r>
              <a:t>Diario alimentare con obiettivi settimanali e riepiloghi visivi</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Scopo del progetto"/>
          <p:cNvSpPr txBox="1">
            <a:spLocks noGrp="1"/>
          </p:cNvSpPr>
          <p:nvPr>
            <p:ph type="body" idx="21"/>
          </p:nvPr>
        </p:nvSpPr>
        <p:spPr>
          <a:xfrm>
            <a:off x="1206500" y="2355185"/>
            <a:ext cx="21971000" cy="146228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lnSpcReduction="10000"/>
          </a:bodyPr>
          <a:lstStyle>
            <a:lvl1pPr defTabSz="718184">
              <a:defRPr sz="9048"/>
            </a:lvl1pPr>
          </a:lstStyle>
          <a:p>
            <a:r>
              <a:t>Scopo del progetto </a:t>
            </a:r>
          </a:p>
        </p:txBody>
      </p:sp>
      <p:sp>
        <p:nvSpPr>
          <p:cNvPr id="176" name="Lo scopo dell’applicazione CaloTraker è quello di offrire un applicazione semplice e intuitiva per:…"/>
          <p:cNvSpPr txBox="1">
            <a:spLocks noGrp="1"/>
          </p:cNvSpPr>
          <p:nvPr>
            <p:ph type="body" idx="1"/>
          </p:nvPr>
        </p:nvSpPr>
        <p:spPr>
          <a:xfrm>
            <a:off x="1206500" y="4611091"/>
            <a:ext cx="21971000" cy="8256012"/>
          </a:xfrm>
          <a:prstGeom prst="rect">
            <a:avLst/>
          </a:prstGeom>
        </p:spPr>
        <p:txBody>
          <a:bodyPr/>
          <a:lstStyle/>
          <a:p>
            <a:pPr marL="0" indent="0">
              <a:buSzTx/>
              <a:buNone/>
            </a:pPr>
            <a:r>
              <a:rPr dirty="0"/>
              <a:t>Lo </a:t>
            </a:r>
            <a:r>
              <a:rPr b="1" dirty="0" err="1"/>
              <a:t>scopo</a:t>
            </a:r>
            <a:r>
              <a:rPr dirty="0"/>
              <a:t> </a:t>
            </a:r>
            <a:r>
              <a:rPr dirty="0" err="1"/>
              <a:t>dell’applicazione</a:t>
            </a:r>
            <a:r>
              <a:rPr dirty="0"/>
              <a:t> </a:t>
            </a:r>
            <a:r>
              <a:rPr b="1" dirty="0" err="1"/>
              <a:t>CaloTrake</a:t>
            </a:r>
            <a:r>
              <a:rPr dirty="0" err="1"/>
              <a:t>r</a:t>
            </a:r>
            <a:r>
              <a:rPr dirty="0"/>
              <a:t> è </a:t>
            </a:r>
            <a:r>
              <a:rPr dirty="0" err="1"/>
              <a:t>quello</a:t>
            </a:r>
            <a:r>
              <a:rPr dirty="0"/>
              <a:t> di </a:t>
            </a:r>
            <a:r>
              <a:rPr dirty="0" err="1"/>
              <a:t>offrire</a:t>
            </a:r>
            <a:r>
              <a:rPr dirty="0"/>
              <a:t> un </a:t>
            </a:r>
            <a:r>
              <a:rPr dirty="0" err="1"/>
              <a:t>applicazione</a:t>
            </a:r>
            <a:r>
              <a:rPr dirty="0"/>
              <a:t> semplice e </a:t>
            </a:r>
            <a:r>
              <a:rPr dirty="0" err="1"/>
              <a:t>intuitiva</a:t>
            </a:r>
            <a:r>
              <a:rPr dirty="0"/>
              <a:t> per:</a:t>
            </a:r>
          </a:p>
          <a:p>
            <a:r>
              <a:rPr dirty="0"/>
              <a:t> </a:t>
            </a:r>
            <a:r>
              <a:rPr dirty="0" err="1"/>
              <a:t>Monitorare</a:t>
            </a:r>
            <a:r>
              <a:rPr dirty="0"/>
              <a:t> </a:t>
            </a:r>
            <a:r>
              <a:rPr dirty="0" err="1"/>
              <a:t>l’assunzione</a:t>
            </a:r>
            <a:r>
              <a:rPr dirty="0"/>
              <a:t> </a:t>
            </a:r>
            <a:r>
              <a:rPr dirty="0" err="1"/>
              <a:t>calorica</a:t>
            </a:r>
            <a:r>
              <a:rPr dirty="0"/>
              <a:t> </a:t>
            </a:r>
            <a:r>
              <a:rPr dirty="0" err="1"/>
              <a:t>giornaliera</a:t>
            </a:r>
            <a:r>
              <a:rPr dirty="0"/>
              <a:t>;</a:t>
            </a:r>
          </a:p>
          <a:p>
            <a:r>
              <a:rPr dirty="0" err="1"/>
              <a:t>Impostare</a:t>
            </a:r>
            <a:r>
              <a:rPr dirty="0"/>
              <a:t> un </a:t>
            </a:r>
            <a:r>
              <a:rPr dirty="0" err="1"/>
              <a:t>obiettivo</a:t>
            </a:r>
            <a:r>
              <a:rPr dirty="0"/>
              <a:t> </a:t>
            </a:r>
            <a:r>
              <a:rPr dirty="0" err="1"/>
              <a:t>calorico</a:t>
            </a:r>
            <a:r>
              <a:rPr dirty="0"/>
              <a:t> </a:t>
            </a:r>
            <a:r>
              <a:rPr dirty="0" err="1"/>
              <a:t>settimanale</a:t>
            </a:r>
            <a:r>
              <a:rPr dirty="0"/>
              <a:t> </a:t>
            </a:r>
            <a:r>
              <a:rPr dirty="0" err="1"/>
              <a:t>personalizzato</a:t>
            </a:r>
            <a:r>
              <a:rPr dirty="0"/>
              <a:t>;</a:t>
            </a:r>
            <a:endParaRPr lang="it-IT" dirty="0"/>
          </a:p>
          <a:p>
            <a:r>
              <a:rPr dirty="0" err="1"/>
              <a:t>Ricevere</a:t>
            </a:r>
            <a:r>
              <a:rPr dirty="0"/>
              <a:t> </a:t>
            </a:r>
            <a:r>
              <a:rPr dirty="0" err="1"/>
              <a:t>consigli</a:t>
            </a:r>
            <a:r>
              <a:rPr dirty="0"/>
              <a:t> </a:t>
            </a:r>
            <a:r>
              <a:rPr dirty="0" err="1"/>
              <a:t>dall’applicazione</a:t>
            </a:r>
            <a:r>
              <a:rPr dirty="0"/>
              <a:t> </a:t>
            </a:r>
            <a:r>
              <a:rPr dirty="0" err="1"/>
              <a:t>su</a:t>
            </a:r>
            <a:r>
              <a:rPr dirty="0"/>
              <a:t> </a:t>
            </a:r>
            <a:r>
              <a:rPr dirty="0" err="1"/>
              <a:t>quali</a:t>
            </a:r>
            <a:r>
              <a:rPr dirty="0"/>
              <a:t> </a:t>
            </a:r>
            <a:r>
              <a:rPr dirty="0" err="1"/>
              <a:t>alimenti</a:t>
            </a:r>
            <a:r>
              <a:rPr dirty="0"/>
              <a:t> </a:t>
            </a:r>
            <a:r>
              <a:rPr lang="it-IT" dirty="0"/>
              <a:t>potresti </a:t>
            </a:r>
            <a:r>
              <a:rPr dirty="0" err="1"/>
              <a:t>mangiare</a:t>
            </a:r>
            <a:r>
              <a:rPr dirty="0"/>
              <a: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Struttura del progetto"/>
          <p:cNvSpPr txBox="1">
            <a:spLocks noGrp="1"/>
          </p:cNvSpPr>
          <p:nvPr>
            <p:ph type="title"/>
          </p:nvPr>
        </p:nvSpPr>
        <p:spPr>
          <a:xfrm>
            <a:off x="1206500" y="1269147"/>
            <a:ext cx="22874045" cy="2850117"/>
          </a:xfrm>
          <a:prstGeom prst="rect">
            <a:avLst/>
          </a:prstGeom>
        </p:spPr>
        <p:txBody>
          <a:bodyPr/>
          <a:lstStyle>
            <a:lvl1pPr>
              <a:defRPr sz="10400" spc="-208"/>
            </a:lvl1pPr>
          </a:lstStyle>
          <a:p>
            <a:r>
              <a:t>Struttura del progetto</a:t>
            </a:r>
          </a:p>
        </p:txBody>
      </p:sp>
      <p:sp>
        <p:nvSpPr>
          <p:cNvPr id="179" name="Generale"/>
          <p:cNvSpPr txBox="1">
            <a:spLocks noGrp="1"/>
          </p:cNvSpPr>
          <p:nvPr>
            <p:ph type="body" idx="21"/>
          </p:nvPr>
        </p:nvSpPr>
        <p:spPr>
          <a:xfrm>
            <a:off x="1206499" y="2843087"/>
            <a:ext cx="21971001"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330200">
              <a:defRPr sz="3920"/>
            </a:lvl1pPr>
          </a:lstStyle>
          <a:p>
            <a:r>
              <a:t>Generale </a:t>
            </a:r>
          </a:p>
        </p:txBody>
      </p:sp>
      <p:sp>
        <p:nvSpPr>
          <p:cNvPr id="180" name="Il progetto è strutturato in 3 diverse viste essenziali:…"/>
          <p:cNvSpPr txBox="1">
            <a:spLocks noGrp="1"/>
          </p:cNvSpPr>
          <p:nvPr>
            <p:ph type="body" idx="1"/>
          </p:nvPr>
        </p:nvSpPr>
        <p:spPr>
          <a:xfrm>
            <a:off x="1206500" y="4030278"/>
            <a:ext cx="21971000" cy="9154089"/>
          </a:xfrm>
          <a:prstGeom prst="rect">
            <a:avLst/>
          </a:prstGeom>
        </p:spPr>
        <p:txBody>
          <a:bodyPr/>
          <a:lstStyle/>
          <a:p>
            <a:pPr marL="0" indent="0">
              <a:buSzTx/>
              <a:buNone/>
              <a:defRPr sz="5100"/>
            </a:pPr>
            <a:r>
              <a:t>Il progetto è strutturato in </a:t>
            </a:r>
            <a:r>
              <a:rPr b="1"/>
              <a:t>3</a:t>
            </a:r>
            <a:r>
              <a:t> diverse viste essenziali:</a:t>
            </a:r>
          </a:p>
          <a:p>
            <a:pPr marL="888999" indent="-888999">
              <a:buSzPct val="100000"/>
              <a:buAutoNum type="alphaUcPeriod"/>
              <a:defRPr sz="5100"/>
            </a:pPr>
            <a:r>
              <a:rPr b="1"/>
              <a:t>Home Page: </a:t>
            </a:r>
            <a:r>
              <a:t>l’utente può andare ad inserire i pasti che ha consumato durante il giorno e il rapporto calorico specifico per ogni pasto;</a:t>
            </a:r>
          </a:p>
          <a:p>
            <a:pPr marL="888999" indent="-888999">
              <a:buSzPct val="100000"/>
              <a:buAutoNum type="alphaUcPeriod"/>
              <a:defRPr sz="5100"/>
            </a:pPr>
            <a:r>
              <a:rPr b="1"/>
              <a:t>Obiettivo</a:t>
            </a:r>
            <a:r>
              <a:t>: l’utente inserisce il suo obiettivo calorico settimanale;</a:t>
            </a:r>
          </a:p>
          <a:p>
            <a:pPr marL="888999" indent="-888999">
              <a:buSzPct val="100000"/>
              <a:buAutoNum type="alphaUcPeriod"/>
              <a:defRPr sz="5100"/>
            </a:pPr>
            <a:r>
              <a:rPr b="1"/>
              <a:t>Idee per i pasti: </a:t>
            </a:r>
            <a:r>
              <a:t>l’utente può prendere spunto dall’applicazione per scegliere cosa mangiare. Verranno proposte due opzioni di pasto: una ad alto apporto calorico e una a basso apporto calorico.</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appardelle con burro al prezzemolo, nocciole tostate e scaglie di parmigiano" descr="Pappardelle con burro al prezzemolo, nocciole tostate e scaglie di parmigiano">
            <a:extLst>
              <a:ext uri="{FF2B5EF4-FFF2-40B4-BE49-F238E27FC236}">
                <a16:creationId xmlns:a16="http://schemas.microsoft.com/office/drawing/2014/main" id="{B49C60C0-8510-1FE2-AFEF-498D8BE615E6}"/>
              </a:ext>
            </a:extLst>
          </p:cNvPr>
          <p:cNvPicPr>
            <a:picLocks noChangeAspect="1"/>
          </p:cNvPicPr>
          <p:nvPr/>
        </p:nvPicPr>
        <p:blipFill>
          <a:blip r:embed="rId2"/>
          <a:srcRect l="10015" t="1716" r="6252"/>
          <a:stretch>
            <a:fillRect/>
          </a:stretch>
        </p:blipFill>
        <p:spPr>
          <a:xfrm>
            <a:off x="852227" y="2265205"/>
            <a:ext cx="5645556" cy="11059879"/>
          </a:xfrm>
          <a:prstGeom prst="rect">
            <a:avLst/>
          </a:prstGeom>
        </p:spPr>
      </p:pic>
      <p:pic>
        <p:nvPicPr>
          <p:cNvPr id="3" name="Segnaposto immagine 16">
            <a:extLst>
              <a:ext uri="{FF2B5EF4-FFF2-40B4-BE49-F238E27FC236}">
                <a16:creationId xmlns:a16="http://schemas.microsoft.com/office/drawing/2014/main" id="{776E5C73-5E3F-F163-1124-89039CEAC33F}"/>
              </a:ext>
            </a:extLst>
          </p:cNvPr>
          <p:cNvPicPr>
            <a:picLocks noChangeAspect="1"/>
          </p:cNvPicPr>
          <p:nvPr/>
        </p:nvPicPr>
        <p:blipFill>
          <a:blip r:embed="rId3">
            <a:extLst>
              <a:ext uri="{28A0092B-C50C-407E-A947-70E740481C1C}">
                <a14:useLocalDpi xmlns:a14="http://schemas.microsoft.com/office/drawing/2010/main" val="0"/>
              </a:ext>
            </a:extLst>
          </a:blip>
          <a:srcRect l="22908" t="10193" r="21125" b="7209"/>
          <a:stretch>
            <a:fillRect/>
          </a:stretch>
        </p:blipFill>
        <p:spPr>
          <a:xfrm>
            <a:off x="9130231" y="2431472"/>
            <a:ext cx="5805054" cy="10893612"/>
          </a:xfrm>
          <a:prstGeom prst="rect">
            <a:avLst/>
          </a:prstGeom>
        </p:spPr>
      </p:pic>
      <p:pic>
        <p:nvPicPr>
          <p:cNvPr id="4" name="Pappardelle con burro al prezzemolo, nocciole tostate e scaglie di parmigiano" descr="Pappardelle con burro al prezzemolo, nocciole tostate e scaglie di parmigiano">
            <a:extLst>
              <a:ext uri="{FF2B5EF4-FFF2-40B4-BE49-F238E27FC236}">
                <a16:creationId xmlns:a16="http://schemas.microsoft.com/office/drawing/2014/main" id="{6BCC2B29-22E7-7455-E46F-7042E17D7638}"/>
              </a:ext>
            </a:extLst>
          </p:cNvPr>
          <p:cNvPicPr>
            <a:picLocks noChangeAspect="1"/>
          </p:cNvPicPr>
          <p:nvPr/>
        </p:nvPicPr>
        <p:blipFill>
          <a:blip r:embed="rId4"/>
          <a:srcRect l="17350" t="1598" r="11751"/>
          <a:stretch>
            <a:fillRect/>
          </a:stretch>
        </p:blipFill>
        <p:spPr>
          <a:xfrm>
            <a:off x="17886218" y="2265207"/>
            <a:ext cx="5805054" cy="11059877"/>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Lo user in Home Page ha la possibilità di inserire, per ogni giorno della settimana, i pasti che ha consumato. L'interfaccia presenta anche un resoconto settimanale."/>
          <p:cNvSpPr txBox="1">
            <a:spLocks noGrp="1"/>
          </p:cNvSpPr>
          <p:nvPr>
            <p:ph type="body" sz="half" idx="1"/>
          </p:nvPr>
        </p:nvSpPr>
        <p:spPr>
          <a:prstGeom prst="rect">
            <a:avLst/>
          </a:prstGeom>
        </p:spPr>
        <p:txBody>
          <a:bodyPr/>
          <a:lstStyle/>
          <a:p>
            <a:pPr marL="0" indent="0">
              <a:buSzTx/>
              <a:buNone/>
              <a:defRPr sz="5400"/>
            </a:pPr>
            <a:r>
              <a:t>Lo user in </a:t>
            </a:r>
            <a:r>
              <a:rPr i="1"/>
              <a:t>Home Page</a:t>
            </a:r>
            <a:r>
              <a:t> ha la possibilità di inserire, per ogni </a:t>
            </a:r>
            <a:r>
              <a:rPr b="1"/>
              <a:t>giorno</a:t>
            </a:r>
            <a:r>
              <a:t> della settimana, i pasti che ha consumato. L'interfaccia presenta anche un resoconto settimanale.</a:t>
            </a:r>
          </a:p>
        </p:txBody>
      </p:sp>
      <p:pic>
        <p:nvPicPr>
          <p:cNvPr id="187" name="Pappardelle con burro al prezzemolo, nocciole tostate e scaglie di parmigiano" descr="Pappardelle con burro al prezzemolo, nocciole tostate e scaglie di parmigiano"/>
          <p:cNvPicPr>
            <a:picLocks noGrp="1" noChangeAspect="1"/>
          </p:cNvPicPr>
          <p:nvPr>
            <p:ph type="pic" idx="22"/>
          </p:nvPr>
        </p:nvPicPr>
        <p:blipFill>
          <a:blip r:embed="rId2"/>
          <a:srcRect l="10015" t="1716" r="6252"/>
          <a:stretch>
            <a:fillRect/>
          </a:stretch>
        </p:blipFill>
        <p:spPr>
          <a:xfrm>
            <a:off x="15607145" y="195453"/>
            <a:ext cx="6261100" cy="13325094"/>
          </a:xfrm>
          <a:prstGeom prst="rect">
            <a:avLst/>
          </a:prstGeom>
        </p:spPr>
      </p:pic>
      <p:sp>
        <p:nvSpPr>
          <p:cNvPr id="188" name="A. Home Page"/>
          <p:cNvSpPr txBox="1">
            <a:spLocks noGrp="1"/>
          </p:cNvSpPr>
          <p:nvPr>
            <p:ph type="title"/>
          </p:nvPr>
        </p:nvSpPr>
        <p:spPr>
          <a:prstGeom prst="rect">
            <a:avLst/>
          </a:prstGeom>
        </p:spPr>
        <p:txBody>
          <a:bodyPr/>
          <a:lstStyle/>
          <a:p>
            <a:r>
              <a:t>A. Home Page</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Grazie all'inserimento del peso corporeo, l'utilizzatore vedrà comparire in automatico la quantità di calorie da dover consumare in una settimana. In modo da fare una sorta di tracking tra le calorie effettivamente consumate e l'obiettivo settimanale imp"/>
          <p:cNvSpPr txBox="1">
            <a:spLocks noGrp="1"/>
          </p:cNvSpPr>
          <p:nvPr>
            <p:ph type="body" sz="half" idx="1"/>
          </p:nvPr>
        </p:nvSpPr>
        <p:spPr>
          <a:prstGeom prst="rect">
            <a:avLst/>
          </a:prstGeom>
        </p:spPr>
        <p:txBody>
          <a:bodyPr>
            <a:normAutofit fontScale="92500"/>
          </a:bodyPr>
          <a:lstStyle/>
          <a:p>
            <a:pPr marL="0" indent="0">
              <a:buSzTx/>
              <a:buNone/>
            </a:pPr>
            <a:r>
              <a:rPr lang="it-IT" dirty="0"/>
              <a:t>Grazie all'inserimento del peso corporeo, l’utente vedrà automaticamente suggerita la quantità di calorie da consumare in una settimana. Inoltre, potrà scegliere se desidera dimagrire, mantenere il peso attuale o aumentarlo, così da adattare l’obiettivo calorico settimanale in base al proprio scopo. In questo modo sarà possibile confrontare facilmente le calorie effettivamente consumate con l’obiettivo impostato.</a:t>
            </a:r>
            <a:endParaRPr dirty="0"/>
          </a:p>
        </p:txBody>
      </p:sp>
      <p:sp>
        <p:nvSpPr>
          <p:cNvPr id="192" name="B. Obiettivo"/>
          <p:cNvSpPr txBox="1">
            <a:spLocks noGrp="1"/>
          </p:cNvSpPr>
          <p:nvPr>
            <p:ph type="title"/>
          </p:nvPr>
        </p:nvSpPr>
        <p:spPr>
          <a:xfrm>
            <a:off x="1206500" y="1074605"/>
            <a:ext cx="9779001" cy="1435101"/>
          </a:xfrm>
          <a:prstGeom prst="rect">
            <a:avLst/>
          </a:prstGeom>
        </p:spPr>
        <p:txBody>
          <a:bodyPr/>
          <a:lstStyle/>
          <a:p>
            <a:r>
              <a:t>B. Obiettivo</a:t>
            </a:r>
          </a:p>
        </p:txBody>
      </p:sp>
      <p:pic>
        <p:nvPicPr>
          <p:cNvPr id="17" name="Segnaposto immagine 16">
            <a:extLst>
              <a:ext uri="{FF2B5EF4-FFF2-40B4-BE49-F238E27FC236}">
                <a16:creationId xmlns:a16="http://schemas.microsoft.com/office/drawing/2014/main" id="{F161214C-40D1-5142-D076-6097563B9DEA}"/>
              </a:ext>
            </a:extLst>
          </p:cNvPr>
          <p:cNvPicPr>
            <a:picLocks noGrp="1" noChangeAspect="1"/>
          </p:cNvPicPr>
          <p:nvPr>
            <p:ph type="pic" idx="22"/>
          </p:nvPr>
        </p:nvPicPr>
        <p:blipFill>
          <a:blip r:embed="rId2">
            <a:extLst>
              <a:ext uri="{28A0092B-C50C-407E-A947-70E740481C1C}">
                <a14:useLocalDpi xmlns:a14="http://schemas.microsoft.com/office/drawing/2010/main" val="0"/>
              </a:ext>
            </a:extLst>
          </a:blip>
          <a:srcRect l="22908" t="10193" r="21125" b="7209"/>
          <a:stretch>
            <a:fillRect/>
          </a:stretch>
        </p:blipFill>
        <p:spPr>
          <a:xfrm>
            <a:off x="15752619" y="605433"/>
            <a:ext cx="6109856" cy="12505134"/>
          </a:xfr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In questa sezione verranno presentati dei pasti di default, (pasti molto comuni), con accanto le apposite calorie."/>
          <p:cNvSpPr txBox="1">
            <a:spLocks noGrp="1"/>
          </p:cNvSpPr>
          <p:nvPr>
            <p:ph type="body" sz="quarter" idx="1"/>
          </p:nvPr>
        </p:nvSpPr>
        <p:spPr>
          <a:xfrm>
            <a:off x="1206500" y="4248504"/>
            <a:ext cx="8662273" cy="5729094"/>
          </a:xfrm>
          <a:prstGeom prst="rect">
            <a:avLst/>
          </a:prstGeom>
        </p:spPr>
        <p:txBody>
          <a:bodyPr/>
          <a:lstStyle>
            <a:lvl1pPr marL="0" indent="0">
              <a:buSzTx/>
              <a:buNone/>
            </a:lvl1pPr>
          </a:lstStyle>
          <a:p>
            <a:r>
              <a:rPr dirty="0"/>
              <a:t>In </a:t>
            </a:r>
            <a:r>
              <a:rPr dirty="0" err="1"/>
              <a:t>questa</a:t>
            </a:r>
            <a:r>
              <a:rPr dirty="0"/>
              <a:t> </a:t>
            </a:r>
            <a:r>
              <a:rPr dirty="0" err="1"/>
              <a:t>sezione</a:t>
            </a:r>
            <a:r>
              <a:rPr dirty="0"/>
              <a:t> </a:t>
            </a:r>
            <a:r>
              <a:rPr dirty="0" err="1"/>
              <a:t>verranno</a:t>
            </a:r>
            <a:r>
              <a:rPr dirty="0"/>
              <a:t> </a:t>
            </a:r>
            <a:r>
              <a:rPr dirty="0" err="1"/>
              <a:t>presentati</a:t>
            </a:r>
            <a:r>
              <a:rPr dirty="0"/>
              <a:t> de</a:t>
            </a:r>
            <a:r>
              <a:rPr lang="it-IT" dirty="0" err="1"/>
              <a:t>lle</a:t>
            </a:r>
            <a:r>
              <a:rPr lang="it-IT" dirty="0"/>
              <a:t> </a:t>
            </a:r>
            <a:r>
              <a:rPr lang="it-IT" dirty="0" err="1"/>
              <a:t>ideedi</a:t>
            </a:r>
            <a:r>
              <a:rPr dirty="0"/>
              <a:t> </a:t>
            </a:r>
            <a:r>
              <a:rPr dirty="0" err="1"/>
              <a:t>pasti</a:t>
            </a:r>
            <a:r>
              <a:rPr dirty="0"/>
              <a:t>, (</a:t>
            </a:r>
            <a:r>
              <a:rPr dirty="0" err="1"/>
              <a:t>pasti</a:t>
            </a:r>
            <a:r>
              <a:rPr dirty="0"/>
              <a:t> molto </a:t>
            </a:r>
            <a:r>
              <a:rPr dirty="0" err="1"/>
              <a:t>comuni</a:t>
            </a:r>
            <a:r>
              <a:rPr dirty="0"/>
              <a:t>), con </a:t>
            </a:r>
            <a:r>
              <a:rPr dirty="0" err="1"/>
              <a:t>accanto</a:t>
            </a:r>
            <a:r>
              <a:rPr dirty="0"/>
              <a:t> le apposite calorie. </a:t>
            </a:r>
          </a:p>
        </p:txBody>
      </p:sp>
      <p:pic>
        <p:nvPicPr>
          <p:cNvPr id="195" name="Pappardelle con burro al prezzemolo, nocciole tostate e scaglie di parmigiano" descr="Pappardelle con burro al prezzemolo, nocciole tostate e scaglie di parmigiano"/>
          <p:cNvPicPr>
            <a:picLocks noGrp="1" noChangeAspect="1"/>
          </p:cNvPicPr>
          <p:nvPr>
            <p:ph type="pic" idx="22"/>
          </p:nvPr>
        </p:nvPicPr>
        <p:blipFill>
          <a:blip r:embed="rId2"/>
          <a:srcRect l="17350" t="1598" r="11751"/>
          <a:stretch>
            <a:fillRect/>
          </a:stretch>
        </p:blipFill>
        <p:spPr>
          <a:xfrm>
            <a:off x="15690272" y="443600"/>
            <a:ext cx="6354705" cy="13272400"/>
          </a:xfrm>
          <a:prstGeom prst="rect">
            <a:avLst/>
          </a:prstGeom>
        </p:spPr>
      </p:pic>
      <p:sp>
        <p:nvSpPr>
          <p:cNvPr id="196" name="C. Idee per i pasti"/>
          <p:cNvSpPr txBox="1">
            <a:spLocks noGrp="1"/>
          </p:cNvSpPr>
          <p:nvPr>
            <p:ph type="title"/>
          </p:nvPr>
        </p:nvSpPr>
        <p:spPr>
          <a:xfrm>
            <a:off x="1206500" y="1074605"/>
            <a:ext cx="9779000" cy="1435101"/>
          </a:xfrm>
          <a:prstGeom prst="rect">
            <a:avLst/>
          </a:prstGeom>
        </p:spPr>
        <p:txBody>
          <a:bodyPr/>
          <a:lstStyle/>
          <a:p>
            <a:r>
              <a:t>C. Idee per i pasti</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Struttura del progetto"/>
          <p:cNvSpPr txBox="1">
            <a:spLocks noGrp="1"/>
          </p:cNvSpPr>
          <p:nvPr>
            <p:ph type="title"/>
          </p:nvPr>
        </p:nvSpPr>
        <p:spPr>
          <a:prstGeom prst="rect">
            <a:avLst/>
          </a:prstGeom>
        </p:spPr>
        <p:txBody>
          <a:bodyPr/>
          <a:lstStyle/>
          <a:p>
            <a:r>
              <a:t>Struttura del progetto</a:t>
            </a:r>
          </a:p>
        </p:txBody>
      </p:sp>
      <p:sp>
        <p:nvSpPr>
          <p:cNvPr id="199" name="Separation of Concerns - based"/>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lnSpcReduction="10000"/>
          </a:bodyPr>
          <a:lstStyle/>
          <a:p>
            <a:r>
              <a:t>Separation of Concerns - based </a:t>
            </a:r>
          </a:p>
        </p:txBody>
      </p:sp>
      <p:sp>
        <p:nvSpPr>
          <p:cNvPr id="200" name="Grazie al principio di Separation of Concerns, ho suddiviso in parti il sistema di gestione di calorie ciascuna delle quali si occupa di un aspetto specifico o “preoccupazione” (concern) del problema complessivo."/>
          <p:cNvSpPr txBox="1">
            <a:spLocks noGrp="1"/>
          </p:cNvSpPr>
          <p:nvPr>
            <p:ph type="body" sz="half" idx="1"/>
          </p:nvPr>
        </p:nvSpPr>
        <p:spPr>
          <a:xfrm>
            <a:off x="1206500" y="4248504"/>
            <a:ext cx="9884044" cy="8256012"/>
          </a:xfrm>
          <a:prstGeom prst="rect">
            <a:avLst/>
          </a:prstGeom>
        </p:spPr>
        <p:txBody>
          <a:bodyPr/>
          <a:lstStyle/>
          <a:p>
            <a:pPr marL="0" indent="0" defTabSz="457200">
              <a:lnSpc>
                <a:spcPct val="100000"/>
              </a:lnSpc>
              <a:spcBef>
                <a:spcPts val="0"/>
              </a:spcBef>
              <a:buSzTx/>
              <a:buNone/>
              <a:defRPr sz="5200"/>
            </a:pPr>
            <a:r>
              <a:t>Grazie al principio di </a:t>
            </a:r>
            <a:r>
              <a:rPr b="1"/>
              <a:t>Separation of Concerns</a:t>
            </a:r>
            <a:r>
              <a:t>, ho suddiviso in parti il sistema di gestione di calorie ciascuna delle quali si occupa di un aspetto specifico o “preoccupazione” (concern) del problema complessivo.</a:t>
            </a:r>
          </a:p>
        </p:txBody>
      </p:sp>
      <p:pic>
        <p:nvPicPr>
          <p:cNvPr id="201" name="WhatsApp Image 2025-07-20 at 16.27.54.jpeg" descr="WhatsApp Image 2025-07-20 at 16.27.54.jpeg"/>
          <p:cNvPicPr>
            <a:picLocks noChangeAspect="1"/>
          </p:cNvPicPr>
          <p:nvPr/>
        </p:nvPicPr>
        <p:blipFill>
          <a:blip r:embed="rId2"/>
          <a:stretch>
            <a:fillRect/>
          </a:stretch>
        </p:blipFill>
        <p:spPr>
          <a:xfrm>
            <a:off x="12801602" y="3307742"/>
            <a:ext cx="11087784" cy="9405010"/>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ossibili miglioramenti"/>
          <p:cNvSpPr txBox="1">
            <a:spLocks noGrp="1"/>
          </p:cNvSpPr>
          <p:nvPr>
            <p:ph type="title"/>
          </p:nvPr>
        </p:nvSpPr>
        <p:spPr>
          <a:prstGeom prst="rect">
            <a:avLst/>
          </a:prstGeom>
        </p:spPr>
        <p:txBody>
          <a:bodyPr/>
          <a:lstStyle/>
          <a:p>
            <a:r>
              <a:t>Possibili miglioramenti</a:t>
            </a:r>
          </a:p>
        </p:txBody>
      </p:sp>
      <p:sp>
        <p:nvSpPr>
          <p:cNvPr id="204" name="Aggiungere la funzionalità di poter registrare nel database settimanale i pasti tramite contenuti multimediali. Il programma riconosce in automatico il pasto dalla foto/video e agigunge le calorie al conteggio settimanale;…"/>
          <p:cNvSpPr txBox="1">
            <a:spLocks noGrp="1"/>
          </p:cNvSpPr>
          <p:nvPr>
            <p:ph type="body" idx="1"/>
          </p:nvPr>
        </p:nvSpPr>
        <p:spPr>
          <a:prstGeom prst="rect">
            <a:avLst/>
          </a:prstGeom>
        </p:spPr>
        <p:txBody>
          <a:bodyPr/>
          <a:lstStyle/>
          <a:p>
            <a:pPr marL="698500" indent="-698500">
              <a:buSzPct val="123000"/>
              <a:buChar char="•"/>
            </a:pPr>
            <a:r>
              <a:t>Aggiungere la funzionalità di poter registrare nel database settimanale i pasti tramite </a:t>
            </a:r>
            <a:r>
              <a:rPr b="1"/>
              <a:t>contenuti multimediali</a:t>
            </a:r>
            <a:r>
              <a:t>. Il programma riconosce in automatico il pasto dalla foto/video e agigunge le calorie al conteggio settimanale;</a:t>
            </a:r>
          </a:p>
          <a:p>
            <a:pPr marL="698500" indent="-698500">
              <a:buSzPct val="123000"/>
              <a:buChar char="•"/>
            </a:pPr>
            <a:r>
              <a:t>Una sezione in cui, oltre a consigli alimentari, vengono forniti suggerimenti per uno stile di vita sano da poter adottare (sport, meditazione, camminata..)</a:t>
            </a: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372</Words>
  <Application>Microsoft Office PowerPoint</Application>
  <PresentationFormat>Personalizzato</PresentationFormat>
  <Paragraphs>26</Paragraphs>
  <Slides>9</Slides>
  <Notes>0</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9</vt:i4>
      </vt:variant>
    </vt:vector>
  </HeadingPairs>
  <TitlesOfParts>
    <vt:vector size="12" baseType="lpstr">
      <vt:lpstr>Helvetica Neue</vt:lpstr>
      <vt:lpstr>Helvetica Neue Medium</vt:lpstr>
      <vt:lpstr>21_BasicWhite</vt:lpstr>
      <vt:lpstr>CaloTracker</vt:lpstr>
      <vt:lpstr>Presentazione standard di PowerPoint</vt:lpstr>
      <vt:lpstr>Struttura del progetto</vt:lpstr>
      <vt:lpstr>Presentazione standard di PowerPoint</vt:lpstr>
      <vt:lpstr>A. Home Page</vt:lpstr>
      <vt:lpstr>B. Obiettivo</vt:lpstr>
      <vt:lpstr>C. Idee per i pasti</vt:lpstr>
      <vt:lpstr>Struttura del progetto</vt:lpstr>
      <vt:lpstr>Possibili miglioramenti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Matteo Manganiello</cp:lastModifiedBy>
  <cp:revision>1</cp:revision>
  <dcterms:modified xsi:type="dcterms:W3CDTF">2025-07-21T21:35:00Z</dcterms:modified>
</cp:coreProperties>
</file>